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" pitchFamily="2" charset="0"/>
      <p:regular r:id="rId13"/>
    </p:embeddedFont>
    <p:embeddedFont>
      <p:font typeface="DM Sans Bold" panose="020B0604020202020204" charset="0"/>
      <p:regular r:id="rId14"/>
    </p:embeddedFont>
    <p:embeddedFont>
      <p:font typeface="PT Serif" panose="020A0603040505020204" pitchFamily="18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907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VERIDOX turns document checks into evidence people can inspect and decisions teams can defend. Use the mesh as the visual metaphor for signals becoming a trusted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a trust-recovery problem, not simply a fraud problem. Point from the altered certificate to the blocked decision, then explain why an auditable evidence trail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VERIDOX as a working surface, not a black box. Move left to right through the document, the signal panel, and the decision summary that becomes a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document through the pipeline. Emphasise that failure is handled explicitly: an unreadable or unsupported file does not become a misleading score, it becomes a new upload request or a human-review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three lanes to establish credibility. A cryptographic result is different from an automated risk signal, and both are different from a human decision. The report preserves those distinctions.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the three outcomes. “Verified” means supported evidence passed configured checks, not that a machine has proved authenticity. The other two outcomes make uncertainty visible and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example concrete while keeping the boundary clear: this is fictional and illustrative. A single edited field changes the review outcome because the report shows the inconsistency and why human investigation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what the concept already demonstrates from what the production system must harden. Point to the trust boundaries, then to the audit-log flow that makes actions reviewable after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roadmap as a disciplined scale path. Start with the capability demonstrated in the concept, then expand coverage and policy configuration before claiming advanced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identity and the practical promise. VERIDOX does not replace judgment; it makes evidence, uncertainty, and decisions visible enough to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6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034" y="2791777"/>
            <a:ext cx="6768931" cy="98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750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   </a:t>
            </a:r>
            <a:r>
              <a:rPr lang="en-US" sz="7750" b="1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VERIDOX</a:t>
            </a:r>
            <a:endParaRPr lang="en-US" sz="775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29D15-9F4D-0C73-AFD3-E9A73A319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556" y="338629"/>
            <a:ext cx="8497036" cy="1646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D2DC15-971E-1009-12E3-B943941E85C7}"/>
              </a:ext>
            </a:extLst>
          </p:cNvPr>
          <p:cNvSpPr txBox="1"/>
          <p:nvPr/>
        </p:nvSpPr>
        <p:spPr>
          <a:xfrm>
            <a:off x="1595556" y="4077477"/>
            <a:ext cx="39281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Team-13 , PS -76</a:t>
            </a:r>
          </a:p>
          <a:p>
            <a:r>
              <a:rPr lang="en-IN" b="1" dirty="0"/>
              <a:t>25MVCSMR0284 – </a:t>
            </a:r>
            <a:r>
              <a:rPr lang="en-IN" b="1" i="1" dirty="0"/>
              <a:t>B Shreshtha</a:t>
            </a:r>
            <a:endParaRPr lang="en-IN" b="1" dirty="0"/>
          </a:p>
          <a:p>
            <a:r>
              <a:rPr lang="en-IN" b="1" dirty="0"/>
              <a:t>25MVCSMR0275 – A Kusuma</a:t>
            </a:r>
          </a:p>
          <a:p>
            <a:r>
              <a:rPr lang="en-IN" b="1" dirty="0"/>
              <a:t>25MVCSMR0318 – K Likhitha</a:t>
            </a:r>
          </a:p>
          <a:p>
            <a:r>
              <a:rPr lang="en-IN" b="1" dirty="0"/>
              <a:t>25MVCSMR0297 – Ch Surya Teja Sree</a:t>
            </a:r>
          </a:p>
          <a:p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2B72ED-DD8F-30B2-4766-B7E67E0E9B63}"/>
              </a:ext>
            </a:extLst>
          </p:cNvPr>
          <p:cNvSpPr txBox="1"/>
          <p:nvPr/>
        </p:nvSpPr>
        <p:spPr>
          <a:xfrm>
            <a:off x="1334278" y="5673012"/>
            <a:ext cx="875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u="sng" dirty="0"/>
              <a:t>DIGITAL DOCUMENT VERIFICATION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094AA9-9C7D-8EC3-1445-8EFDC7180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021" y="2583827"/>
            <a:ext cx="3368332" cy="2987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60399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D98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TRUST GAP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7432"/>
            <a:ext cx="5430404" cy="93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350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Documents are easy to alter. Trust is hard to recover.</a:t>
            </a:r>
            <a:endParaRPr lang="en-US" sz="3350" dirty="0"/>
          </a:p>
        </p:txBody>
      </p:sp>
      <p:sp>
        <p:nvSpPr>
          <p:cNvPr id="4" name="Shape 2"/>
          <p:cNvSpPr/>
          <p:nvPr/>
        </p:nvSpPr>
        <p:spPr>
          <a:xfrm>
            <a:off x="609585" y="2030313"/>
            <a:ext cx="507888" cy="38100"/>
          </a:xfrm>
          <a:prstGeom prst="roundRect">
            <a:avLst>
              <a:gd name="adj" fmla="val 49999"/>
            </a:avLst>
          </a:prstGeom>
          <a:solidFill>
            <a:srgbClr val="C8D6E5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271613"/>
            <a:ext cx="5430404" cy="140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Forged certificates and edited PDFs can look convincing at a glance. Manual checking is inconsistent, slow, and difficult to audit.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verification stalls, decisions stall too: in education, hiring, finance, insurance, and public services.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663" y="177800"/>
            <a:ext cx="3333667" cy="444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06663" y="4696778"/>
            <a:ext cx="50850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convincing edit can still hide a consequential inconsistency.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744"/>
            <a:ext cx="3693127" cy="166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100" spc="58" dirty="0">
                <a:solidFill>
                  <a:srgbClr val="0D98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VERIDOX WORKSPACE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72874"/>
            <a:ext cx="3083542" cy="174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One workspace for evidence-based verification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09585" y="2734804"/>
            <a:ext cx="3083542" cy="667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Bring the document, its signals, the reviewer’s decision, and the final report into one reviewable flow.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537148"/>
            <a:ext cx="412244" cy="412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053110"/>
            <a:ext cx="1389325" cy="231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5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09585" y="4381438"/>
            <a:ext cx="1389325" cy="444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 and extract text.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703" y="3537148"/>
            <a:ext cx="412244" cy="4122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03703" y="4053110"/>
            <a:ext cx="1389425" cy="231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5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Inspect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2303703" y="4381438"/>
            <a:ext cx="1389425" cy="667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structure, metadata, and signals.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352058"/>
            <a:ext cx="412244" cy="412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585" y="5868020"/>
            <a:ext cx="3083542" cy="231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5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09585" y="6196348"/>
            <a:ext cx="3083542" cy="22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 a human outcome and report.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759801" y="0"/>
            <a:ext cx="7431894" cy="6858000"/>
          </a:xfrm>
          <a:prstGeom prst="rect">
            <a:avLst/>
          </a:prstGeom>
          <a:solidFill>
            <a:srgbClr val="EEF6FB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396" y="228600"/>
            <a:ext cx="6974705" cy="26659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D98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VERIFICATION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7432"/>
            <a:ext cx="10972526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350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submission to explainable result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609585" y="1516459"/>
            <a:ext cx="55878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result carries the path that produced it. Unsupported or unreadable files branch to a new upload request or human review.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172891"/>
            <a:ext cx="6547381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D98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EVIDENCE, NOT A SINGLE SCORE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7432"/>
            <a:ext cx="10972526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350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Multiple signals. One evidence trail.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609585" y="1516459"/>
            <a:ext cx="55878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VERIDOX separates what is cryptographically supported, what automation observes, and what a reviewer decides.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172891"/>
            <a:ext cx="7224631" cy="4063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D98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DECISION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7432"/>
            <a:ext cx="10972526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350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Verification is a decision aid, not a magic stamp.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609585" y="1516459"/>
            <a:ext cx="55878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Evidence available → configured rules → confidence threshold → next action. VERIDOX never guarantees authenticity on its own.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172891"/>
            <a:ext cx="6998914" cy="39369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60399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D98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 CASE · FICTIONAL UNIVERSITY CERTIFICATE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7432"/>
            <a:ext cx="5430404" cy="93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350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One edited field changes the review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609585" y="1985863"/>
            <a:ext cx="543040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an original-looking certificate with a deliberately modified graduation year or credential field.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642295"/>
            <a:ext cx="2638954" cy="1622723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821047"/>
            <a:ext cx="246115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ORIGINAL-LOOKING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7380" y="3111500"/>
            <a:ext cx="228336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230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Graduation year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7380" y="3714909"/>
            <a:ext cx="228336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visible inconsistency in this illustrative view.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0935" y="2642295"/>
            <a:ext cx="2639054" cy="1622723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0" name="Text 8"/>
          <p:cNvSpPr/>
          <p:nvPr/>
        </p:nvSpPr>
        <p:spPr>
          <a:xfrm>
            <a:off x="3578731" y="2821047"/>
            <a:ext cx="246125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DELIBERATELY MODIFIED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78731" y="3111500"/>
            <a:ext cx="228346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Graduation year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D92D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78731" y="3714909"/>
            <a:ext cx="228346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Visible inconsistency flagged for investigation.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585" y="4424720"/>
            <a:ext cx="60399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 only. No real institution or real result is implied.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EEF6FB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257" y="228600"/>
            <a:ext cx="4627844" cy="303520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35257" y="3423503"/>
            <a:ext cx="485643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output names the signal, the uncertainty, and the next action.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198242"/>
            <a:ext cx="10972526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350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Modular architecture with security by design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609585" y="1807270"/>
            <a:ext cx="558786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current concept separates the review surface from analysis modules, verification services, storage, and audit events. Future hardening is labeled, not assumed.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731591"/>
            <a:ext cx="6321565" cy="35559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D98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SCALE PATH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7432"/>
            <a:ext cx="10972526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350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Start with verification. Scale into trusted workflows.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609585" y="1533604"/>
            <a:ext cx="385564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benefits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36750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503732"/>
            <a:ext cx="185157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Universities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555" y="1936750"/>
            <a:ext cx="444489" cy="44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13555" y="2503732"/>
            <a:ext cx="185167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HR teams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2887663"/>
            <a:ext cx="444489" cy="444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9585" y="3454645"/>
            <a:ext cx="185157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Banks</a:t>
            </a:r>
            <a:endParaRPr lang="en-US" sz="1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3555" y="2887663"/>
            <a:ext cx="444489" cy="444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13555" y="3454645"/>
            <a:ext cx="185167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Insurers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3838773"/>
            <a:ext cx="444489" cy="4445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9585" y="4405756"/>
            <a:ext cx="385564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 services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4922317" y="1533604"/>
            <a:ext cx="665979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Now → next → later</a:t>
            </a:r>
            <a:endParaRPr lang="en-US" sz="2100" dirty="0"/>
          </a:p>
        </p:txBody>
      </p:sp>
      <p:sp>
        <p:nvSpPr>
          <p:cNvPr id="16" name="Shape 9"/>
          <p:cNvSpPr/>
          <p:nvPr/>
        </p:nvSpPr>
        <p:spPr>
          <a:xfrm>
            <a:off x="4922317" y="3550444"/>
            <a:ext cx="665979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7" name="Shape 10"/>
          <p:cNvSpPr/>
          <p:nvPr/>
        </p:nvSpPr>
        <p:spPr>
          <a:xfrm>
            <a:off x="6522180" y="3194844"/>
            <a:ext cx="19050" cy="3556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8" name="Shape 11"/>
          <p:cNvSpPr/>
          <p:nvPr/>
        </p:nvSpPr>
        <p:spPr>
          <a:xfrm>
            <a:off x="6465031" y="3483769"/>
            <a:ext cx="133347" cy="133350"/>
          </a:xfrm>
          <a:prstGeom prst="ellipse">
            <a:avLst/>
          </a:prstGeom>
          <a:solidFill>
            <a:srgbClr val="16BFEF"/>
          </a:solidFill>
          <a:ln/>
        </p:spPr>
      </p:sp>
      <p:sp>
        <p:nvSpPr>
          <p:cNvPr id="19" name="Text 12"/>
          <p:cNvSpPr/>
          <p:nvPr/>
        </p:nvSpPr>
        <p:spPr>
          <a:xfrm>
            <a:off x="5100063" y="1914525"/>
            <a:ext cx="286318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800" dirty="0">
                <a:solidFill>
                  <a:srgbClr val="22304A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Now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5100113" y="2270522"/>
            <a:ext cx="286318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Inspect documents, surface evidence, support verification checks, and produce reports.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8242689" y="3550444"/>
            <a:ext cx="19050" cy="3556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2" name="Shape 15"/>
          <p:cNvSpPr/>
          <p:nvPr/>
        </p:nvSpPr>
        <p:spPr>
          <a:xfrm>
            <a:off x="8185541" y="3483769"/>
            <a:ext cx="133347" cy="133350"/>
          </a:xfrm>
          <a:prstGeom prst="ellipse">
            <a:avLst/>
          </a:prstGeom>
          <a:solidFill>
            <a:srgbClr val="16BFEF"/>
          </a:solidFill>
          <a:ln/>
        </p:spPr>
      </p:sp>
      <p:sp>
        <p:nvSpPr>
          <p:cNvPr id="23" name="Text 16"/>
          <p:cNvSpPr/>
          <p:nvPr/>
        </p:nvSpPr>
        <p:spPr>
          <a:xfrm>
            <a:off x="6820573" y="4083844"/>
            <a:ext cx="286318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800" dirty="0">
                <a:solidFill>
                  <a:srgbClr val="22304A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6820622" y="4439841"/>
            <a:ext cx="286318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Trusted-source integrations, broader signature and QR coverage, configurable policies.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9963198" y="3194844"/>
            <a:ext cx="19050" cy="3556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6" name="Shape 19"/>
          <p:cNvSpPr/>
          <p:nvPr/>
        </p:nvSpPr>
        <p:spPr>
          <a:xfrm>
            <a:off x="9906050" y="3483769"/>
            <a:ext cx="133347" cy="133350"/>
          </a:xfrm>
          <a:prstGeom prst="ellipse">
            <a:avLst/>
          </a:prstGeom>
          <a:solidFill>
            <a:srgbClr val="16BFEF"/>
          </a:solidFill>
          <a:ln/>
        </p:spPr>
      </p:sp>
      <p:sp>
        <p:nvSpPr>
          <p:cNvPr id="27" name="Text 20"/>
          <p:cNvSpPr/>
          <p:nvPr/>
        </p:nvSpPr>
        <p:spPr>
          <a:xfrm>
            <a:off x="8541082" y="1914525"/>
            <a:ext cx="286318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800" dirty="0">
                <a:solidFill>
                  <a:srgbClr val="22304A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Later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8541132" y="2270522"/>
            <a:ext cx="286318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Scalable processing and advanced fraud analysis for repeatable workflows.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922317" y="5260340"/>
            <a:ext cx="66597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Benefits: faster triage, clearer evidence, repeatable workflows, and stronger auditability without unsupported numerical promises.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034" y="1143953"/>
            <a:ext cx="788650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D98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VERIDOX · EVIDENCE-BASED VERIFICATION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4034" y="1527433"/>
            <a:ext cx="7276918" cy="1973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750" dirty="0">
                <a:solidFill>
                  <a:srgbClr val="0A1933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Trust Every Document.</a:t>
            </a:r>
            <a:endParaRPr lang="en-US" sz="7750" dirty="0"/>
          </a:p>
        </p:txBody>
      </p:sp>
      <p:sp>
        <p:nvSpPr>
          <p:cNvPr id="4" name="Text 2"/>
          <p:cNvSpPr/>
          <p:nvPr/>
        </p:nvSpPr>
        <p:spPr>
          <a:xfrm>
            <a:off x="654034" y="3552210"/>
            <a:ext cx="727691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dirty="0">
                <a:solidFill>
                  <a:srgbClr val="0A1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document submission to evidence-based verification, build trust into every digital workflow.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4034" y="4127500"/>
            <a:ext cx="687052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230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VERIDOX turns scattered checks into a transparent, reviewable process.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4034" y="4535091"/>
            <a:ext cx="6260943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7000"/>
              </a:lnSpc>
              <a:spcAft>
                <a:spcPts val="1200"/>
              </a:spcAft>
            </a:pPr>
            <a:r>
              <a:rPr lang="en-US" sz="2000" u="sng" dirty="0"/>
              <a:t>Demo Link: https://veri-gbul4m5zl-shreshtha7.vercel.app/</a:t>
            </a:r>
          </a:p>
        </p:txBody>
      </p:sp>
      <p:sp>
        <p:nvSpPr>
          <p:cNvPr id="7" name="Shape 5"/>
          <p:cNvSpPr/>
          <p:nvPr/>
        </p:nvSpPr>
        <p:spPr>
          <a:xfrm>
            <a:off x="9270768" y="5334000"/>
            <a:ext cx="1904952" cy="889000"/>
          </a:xfrm>
          <a:prstGeom prst="roundRect">
            <a:avLst>
              <a:gd name="adj" fmla="val 49999"/>
            </a:avLst>
          </a:prstGeom>
          <a:solidFill>
            <a:srgbClr val="16BFEF"/>
          </a:solidFill>
          <a:ln/>
        </p:spPr>
      </p:sp>
      <p:sp>
        <p:nvSpPr>
          <p:cNvPr id="8" name="Text 6"/>
          <p:cNvSpPr/>
          <p:nvPr/>
        </p:nvSpPr>
        <p:spPr>
          <a:xfrm>
            <a:off x="9010425" y="5654080"/>
            <a:ext cx="242563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08142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VERIFIED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827</Words>
  <Application>Microsoft Office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DM Sans Bold</vt:lpstr>
      <vt:lpstr>PT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Shreshtha</dc:creator>
  <cp:lastModifiedBy>Shreshtha Banala</cp:lastModifiedBy>
  <cp:revision>3</cp:revision>
  <dcterms:created xsi:type="dcterms:W3CDTF">2026-10-09T15:53:40Z</dcterms:created>
  <dcterms:modified xsi:type="dcterms:W3CDTF">2026-10-09T16:45:27Z</dcterms:modified>
</cp:coreProperties>
</file>